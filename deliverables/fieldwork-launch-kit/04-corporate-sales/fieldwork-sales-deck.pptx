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"Thanks for the time. I will take about 15 minutes, then we talk. Fieldwork is new, and I will be clear about what exists and what does not."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"Which of these is closest to your week?" Write down their words. Do not assume. This matches the business page ("The problems").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plainly: "We are new." Do not claim experience you do not have. Mention the free exercise exists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check step. Staff practise the same four moves on their own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on this slide. It is the answer to most risk questions. If asked about valuations or tenant decisions: "No, and we will not teach 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which two matter most. This drives the pilot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 the live demo (DEMO-SCRIPT.md). Mention the typical things to catch: aspect, quiet street, who it suits, missing ground rent. Say "the kind of thing we expect to catch", not "what we always see".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defaults; the AI-use rule you write together can add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quote numbers unless the scorecard is high and you have the pricing hypothesis. Say: "I will send a one-page proposal with a fixed fee."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"This is an outline we adapt. It is not a record of work done." Stop at the end of any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add "take advice from your professional body or a solicitor". Do not state what is compliant.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Linger. This is the trust slide. Invite the question: "What would you need to see to be comfortable?"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"You own the house briefs and rules."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date: "Can we agree the next step before we finish today?" Offer the pilot proposal within two working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30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3A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[ 01 ]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F1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Practise AI on real work.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1EF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 AI training for estate and letting teams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Fieldwork | [YOUR NAME] | [DATE] | Version 0.1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241280" y="6400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3A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Fieldwork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85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[ 02 ]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expect to hear. Tell us what is true.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515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already use AI tools, with no shared rules.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Listings read differently from one negotiator to the next.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starters take a long time to work independently.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that is one talk does not stick.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4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These are hypotheses. We check them with you.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241280" y="6400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51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Fieldwork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85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[ 03 ]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company teaching AI by doing real work.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515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first: every lesson starts from a job someone actually has.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is part of the method.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Independent: no tool vendor sponsors our advice.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modest means: free tiers, mobile-friendly.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241280" y="6400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51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Fieldwork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85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[ 04 ]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Brief. Run. Check. Keep.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515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Brief: write a clear instruction, including what the tool must not do.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Run: use an approved tool on a real, anonymised example.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 compare every claim with the source.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Keep: save what worked as a workflow card.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241280" y="6400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51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Fieldwork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530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3A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[ 05 ]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1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drafts. People decide.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515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F1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never suggest AI should value a property, give legal advice, or approve an offer, tenancy or transaction.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241280" y="6400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3A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Fieldwork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85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[ 06 ]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everyday tasks. A clear line between tool and person.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515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Listings from verified facts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Enquiries and lead follow-up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Viewing feedback and updates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organising information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documents and reports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Procedures and new-starter guides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content and posts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4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recommend one or two to start.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241280" y="6400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51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Fieldwork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85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[ 07 · FICTIONAL EXAMPLE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verified facts to a checked draft.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515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Brief: facts only, no invention, no neighbourhood comments.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Run: the same facts, the same brief, each person.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 is every claim in the fact sheet? What is missing?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Keep: one house brief, one checklist.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4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property is invented. No client or result is implied.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241280" y="6400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51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Fieldwork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2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3A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[ 08 ]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1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for AI.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515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F1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Valuations and pricing advice.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F1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Legal, regulatory or safety statements.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F1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that could steer or discriminate.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F1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Approving offers, tenancies or transactions.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241280" y="6400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3A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Fieldwork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85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[ 09 ]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and priced after a conversation.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515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session: one workflow, a small team, reusable workflow cards. Live or remote.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enablement: a few weeks on two or three of your own workflows, with a review.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support: several teams or branches, with written rules, owners and simple measures.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4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Separate UK (GBP) and Nigeria (NGN) pricing.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241280" y="6400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51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Fieldwork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85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[ 10 · ILLUSTRATIVE OUTLINE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Small, measured, easy to stop.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515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0: Conversation. Agree workflows, people, measures.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1: Write the AI-use rule and house briefs.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2 to 3: Practise on anonymised real examples. A person checks each output.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4: Review against your baseline. Keep, change or stop.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241280" y="6400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51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Fieldwork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85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[ 11 ]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without personal data.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515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Anonymised or fictional examples. No client personal data.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data-handling terms before work starts.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UK: UK GDPR and Data Protection Act 2018 apply to your client data.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Nigeria: Nigeria Data Protection Act 2023 applies.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teach your team to follow your rules. This is not legal advice.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241280" y="6400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51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Fieldwork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62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3A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[ 12 ]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1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about what we are.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515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F1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new. No client case studies yet.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F1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guarantees of productivity, savings or compliance.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F1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measure against your baseline, and report as it is.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F1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onboarding platform is planned. Not built. Not for sale.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241280" y="6400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3A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Fieldwork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85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[ 13 ]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your team keeps using.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515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practice plan built around your own workflows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briefs and checklists (workflow cards)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written AI-use rule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practice with checks against source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live or remote sessions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26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review of what changed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241280" y="6400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51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Fieldwork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530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3A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[ 14 ]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1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on your own workflows.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515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F1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the free exercise: [WEBSITE]/learn/first-workflow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F1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free assessment: [WEBSITE]/business/assessment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400" dirty="0">
                <a:solidFill>
                  <a:srgbClr val="F1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30-minute conversation: [BUSINESS EMAIL]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[YOUR NAME] | [PHONE/WHATSAPP] | Fieldwork, [LEGAL ENTITY NAME]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241280" y="6400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3A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Fieldwork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Fieldwork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Fieldwork for Business</dc:title>
  <dc:subject>PptxGenJS Presentation</dc:subject>
  <dc:creator>PptxGenJS</dc:creator>
  <cp:lastModifiedBy>PptxGenJS</cp:lastModifiedBy>
  <cp:revision>1</cp:revision>
  <dcterms:created xsi:type="dcterms:W3CDTF">2026-10-14T23:42:06Z</dcterms:created>
  <dcterms:modified xsi:type="dcterms:W3CDTF">2026-10-14T23:42:06Z</dcterms:modified>
</cp:coreProperties>
</file>